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414725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100849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2055372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21C028-D417-4BE0-9F6C-FD5E7201493A}" type="datetimeFigureOut">
              <a:rPr lang="en-IN" smtClean="0"/>
              <a:t>27-11-2023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4126833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21C028-D417-4BE0-9F6C-FD5E7201493A}" type="datetimeFigureOut">
              <a:rPr lang="en-IN" smtClean="0"/>
              <a:t>27-11-2023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475475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1365083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19647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1945137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21C028-D417-4BE0-9F6C-FD5E7201493A}" type="datetimeFigureOut">
              <a:rPr lang="en-IN" smtClean="0"/>
              <a:t>27-11-2023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2271234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21C028-D417-4BE0-9F6C-FD5E7201493A}" type="datetimeFigureOut">
              <a:rPr lang="en-IN" smtClean="0"/>
              <a:t>27-11-2023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1002094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3082051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29833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360870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1421838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747617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510955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21C028-D417-4BE0-9F6C-FD5E7201493A}" type="datetimeFigureOut">
              <a:rPr lang="en-IN" smtClean="0"/>
              <a:t>27-11-2023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59378-A06C-4759-BC1F-66611AEE4E57}" type="slidenum">
              <a:rPr lang="en-IN" smtClean="0"/>
              <a:t>‹#›</a:t>
            </a:fld>
            <a:endParaRPr lang="en-IN"/>
          </a:p>
        </p:txBody>
      </p:sp>
    </p:spTree>
    <p:extLst>
      <p:ext uri="{BB962C8B-B14F-4D97-AF65-F5344CB8AC3E}">
        <p14:creationId xmlns:p14="http://schemas.microsoft.com/office/powerpoint/2010/main" val="470489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image" Target="../media/image4.png"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image" Target="../media/image5.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B21C028-D417-4BE0-9F6C-FD5E7201493A}" type="datetimeFigureOut">
              <a:rPr lang="en-IN" smtClean="0"/>
              <a:t>27-11-2023</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C159378-A06C-4759-BC1F-66611AEE4E57}" type="slidenum">
              <a:rPr lang="en-IN" smtClean="0"/>
              <a:t>‹#›</a:t>
            </a:fld>
            <a:endParaRPr lang="en-IN"/>
          </a:p>
        </p:txBody>
      </p:sp>
    </p:spTree>
    <p:extLst>
      <p:ext uri="{BB962C8B-B14F-4D97-AF65-F5344CB8AC3E}">
        <p14:creationId xmlns:p14="http://schemas.microsoft.com/office/powerpoint/2010/main" val="520110863"/>
      </p:ext>
    </p:extLst>
  </p:cSld>
  <p:clrMap bg1="dk1" tx1="lt1" bg2="dk2" tx2="lt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578FE2-D944-F58D-4745-4739D6B74609}"/>
              </a:ext>
            </a:extLst>
          </p:cNvPr>
          <p:cNvSpPr txBox="1"/>
          <p:nvPr/>
        </p:nvSpPr>
        <p:spPr>
          <a:xfrm>
            <a:off x="4401671" y="591671"/>
            <a:ext cx="2519082" cy="1015663"/>
          </a:xfrm>
          <a:prstGeom prst="rect">
            <a:avLst/>
          </a:prstGeom>
          <a:noFill/>
        </p:spPr>
        <p:txBody>
          <a:bodyPr wrap="square" rtlCol="0">
            <a:spAutoFit/>
          </a:bodyPr>
          <a:lstStyle/>
          <a:p>
            <a:r>
              <a:rPr lang="en-US" sz="6000" dirty="0">
                <a:latin typeface="Bahnschrift SemiBold Condensed" panose="020B0502040204020203" pitchFamily="34" charset="0"/>
              </a:rPr>
              <a:t>Welcome</a:t>
            </a:r>
            <a:endParaRPr lang="en-IN" sz="6000" dirty="0">
              <a:latin typeface="Bahnschrift SemiBold Condensed" panose="020B0502040204020203" pitchFamily="34" charset="0"/>
            </a:endParaRPr>
          </a:p>
        </p:txBody>
      </p:sp>
      <p:sp>
        <p:nvSpPr>
          <p:cNvPr id="3" name="TextBox 2">
            <a:extLst>
              <a:ext uri="{FF2B5EF4-FFF2-40B4-BE49-F238E27FC236}">
                <a16:creationId xmlns:a16="http://schemas.microsoft.com/office/drawing/2014/main" id="{0D8F7F9B-5999-8038-4F0D-B65326C6DB58}"/>
              </a:ext>
            </a:extLst>
          </p:cNvPr>
          <p:cNvSpPr txBox="1"/>
          <p:nvPr/>
        </p:nvSpPr>
        <p:spPr>
          <a:xfrm>
            <a:off x="6212541" y="1964169"/>
            <a:ext cx="1237130" cy="923330"/>
          </a:xfrm>
          <a:prstGeom prst="rect">
            <a:avLst/>
          </a:prstGeom>
          <a:noFill/>
        </p:spPr>
        <p:txBody>
          <a:bodyPr wrap="square" rtlCol="0">
            <a:spAutoFit/>
          </a:bodyPr>
          <a:lstStyle/>
          <a:p>
            <a:r>
              <a:rPr lang="en-US" sz="5400" dirty="0">
                <a:latin typeface="Bahnschrift SemiBold Condensed" panose="020B0502040204020203" pitchFamily="34" charset="0"/>
              </a:rPr>
              <a:t>To</a:t>
            </a:r>
            <a:endParaRPr lang="en-IN" sz="5400" dirty="0">
              <a:latin typeface="Bahnschrift SemiBold Condensed" panose="020B0502040204020203" pitchFamily="34" charset="0"/>
            </a:endParaRPr>
          </a:p>
        </p:txBody>
      </p:sp>
      <p:sp>
        <p:nvSpPr>
          <p:cNvPr id="4" name="TextBox 3">
            <a:extLst>
              <a:ext uri="{FF2B5EF4-FFF2-40B4-BE49-F238E27FC236}">
                <a16:creationId xmlns:a16="http://schemas.microsoft.com/office/drawing/2014/main" id="{33157F90-706A-C396-7777-A2960BAFCEB9}"/>
              </a:ext>
            </a:extLst>
          </p:cNvPr>
          <p:cNvSpPr txBox="1"/>
          <p:nvPr/>
        </p:nvSpPr>
        <p:spPr>
          <a:xfrm>
            <a:off x="4401671" y="3429000"/>
            <a:ext cx="6723529" cy="830997"/>
          </a:xfrm>
          <a:prstGeom prst="rect">
            <a:avLst/>
          </a:prstGeom>
          <a:noFill/>
        </p:spPr>
        <p:txBody>
          <a:bodyPr wrap="square" rtlCol="0">
            <a:spAutoFit/>
          </a:bodyPr>
          <a:lstStyle/>
          <a:p>
            <a:r>
              <a:rPr lang="en-US" sz="4800" dirty="0">
                <a:latin typeface="Bahnschrift SemiBold Condensed" panose="020B0502040204020203" pitchFamily="34" charset="0"/>
              </a:rPr>
              <a:t>Hospital Management</a:t>
            </a:r>
            <a:endParaRPr lang="en-IN" sz="4800" dirty="0">
              <a:latin typeface="Bahnschrift SemiBold Condensed" panose="020B0502040204020203" pitchFamily="34" charset="0"/>
            </a:endParaRPr>
          </a:p>
        </p:txBody>
      </p:sp>
    </p:spTree>
    <p:extLst>
      <p:ext uri="{BB962C8B-B14F-4D97-AF65-F5344CB8AC3E}">
        <p14:creationId xmlns:p14="http://schemas.microsoft.com/office/powerpoint/2010/main" val="2650659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8CD147-5EF8-2F48-BB78-E8CB3A25CB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3859" y="0"/>
            <a:ext cx="6243918" cy="5966411"/>
          </a:xfrm>
          <a:prstGeom prst="rect">
            <a:avLst/>
          </a:prstGeom>
        </p:spPr>
      </p:pic>
      <p:sp>
        <p:nvSpPr>
          <p:cNvPr id="7" name="Title 6">
            <a:extLst>
              <a:ext uri="{FF2B5EF4-FFF2-40B4-BE49-F238E27FC236}">
                <a16:creationId xmlns:a16="http://schemas.microsoft.com/office/drawing/2014/main" id="{D8861E51-E0C7-24BC-AF50-C1D6E04E926E}"/>
              </a:ext>
            </a:extLst>
          </p:cNvPr>
          <p:cNvSpPr>
            <a:spLocks noGrp="1"/>
          </p:cNvSpPr>
          <p:nvPr>
            <p:ph type="ctrTitle"/>
          </p:nvPr>
        </p:nvSpPr>
        <p:spPr>
          <a:xfrm>
            <a:off x="73959" y="5226425"/>
            <a:ext cx="3288703" cy="894146"/>
          </a:xfrm>
        </p:spPr>
        <p:txBody>
          <a:bodyPr>
            <a:normAutofit fontScale="90000"/>
          </a:bodyPr>
          <a:lstStyle/>
          <a:p>
            <a:r>
              <a:rPr lang="en-US" sz="2700" dirty="0"/>
              <a:t>SUBMITTED BY: PRINCE KUSHWAHA</a:t>
            </a:r>
            <a:br>
              <a:rPr lang="en-US" sz="2200" dirty="0"/>
            </a:br>
            <a:r>
              <a:rPr lang="en-US" sz="2200" dirty="0"/>
              <a:t>TEAM GROUP</a:t>
            </a:r>
            <a:r>
              <a:rPr lang="en-US" sz="1600" dirty="0"/>
              <a:t>:</a:t>
            </a:r>
            <a:endParaRPr lang="en-IN" sz="1600" dirty="0"/>
          </a:p>
        </p:txBody>
      </p:sp>
      <p:sp>
        <p:nvSpPr>
          <p:cNvPr id="8" name="Subtitle 7">
            <a:extLst>
              <a:ext uri="{FF2B5EF4-FFF2-40B4-BE49-F238E27FC236}">
                <a16:creationId xmlns:a16="http://schemas.microsoft.com/office/drawing/2014/main" id="{9576D4A0-FC81-F207-89A1-2A95F506B3B8}"/>
              </a:ext>
            </a:extLst>
          </p:cNvPr>
          <p:cNvSpPr>
            <a:spLocks noGrp="1"/>
          </p:cNvSpPr>
          <p:nvPr>
            <p:ph type="subTitle" idx="1"/>
          </p:nvPr>
        </p:nvSpPr>
        <p:spPr>
          <a:xfrm rot="21293200" flipV="1">
            <a:off x="9558457" y="4103535"/>
            <a:ext cx="5409326" cy="1638639"/>
          </a:xfrm>
        </p:spPr>
        <p:txBody>
          <a:bodyPr>
            <a:normAutofit/>
          </a:bodyPr>
          <a:lstStyle/>
          <a:p>
            <a:endParaRPr lang="en-US" dirty="0"/>
          </a:p>
          <a:p>
            <a:endParaRPr lang="en-IN" dirty="0"/>
          </a:p>
          <a:p>
            <a:endParaRPr lang="en-IN" dirty="0"/>
          </a:p>
        </p:txBody>
      </p:sp>
      <p:sp>
        <p:nvSpPr>
          <p:cNvPr id="16" name="TextBox 15">
            <a:extLst>
              <a:ext uri="{FF2B5EF4-FFF2-40B4-BE49-F238E27FC236}">
                <a16:creationId xmlns:a16="http://schemas.microsoft.com/office/drawing/2014/main" id="{99EFB699-1D04-4E1C-9F32-7C6108C07CE8}"/>
              </a:ext>
            </a:extLst>
          </p:cNvPr>
          <p:cNvSpPr txBox="1"/>
          <p:nvPr/>
        </p:nvSpPr>
        <p:spPr>
          <a:xfrm flipH="1">
            <a:off x="9425076" y="4937760"/>
            <a:ext cx="2692963" cy="1200329"/>
          </a:xfrm>
          <a:prstGeom prst="rect">
            <a:avLst/>
          </a:prstGeom>
          <a:noFill/>
        </p:spPr>
        <p:txBody>
          <a:bodyPr wrap="square" rtlCol="0">
            <a:spAutoFit/>
          </a:bodyPr>
          <a:lstStyle/>
          <a:p>
            <a:r>
              <a:rPr lang="en-US" sz="2400" dirty="0"/>
              <a:t>SUBMITTED TO: MR. ABHIMANYU MISHRA</a:t>
            </a:r>
            <a:endParaRPr lang="en-IN" sz="2400" dirty="0"/>
          </a:p>
        </p:txBody>
      </p:sp>
    </p:spTree>
    <p:extLst>
      <p:ext uri="{BB962C8B-B14F-4D97-AF65-F5344CB8AC3E}">
        <p14:creationId xmlns:p14="http://schemas.microsoft.com/office/powerpoint/2010/main" val="1200408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53FB1-DBE4-AEAD-DC66-600329AD28CE}"/>
              </a:ext>
            </a:extLst>
          </p:cNvPr>
          <p:cNvSpPr>
            <a:spLocks noGrp="1"/>
          </p:cNvSpPr>
          <p:nvPr>
            <p:ph type="title"/>
          </p:nvPr>
        </p:nvSpPr>
        <p:spPr>
          <a:xfrm>
            <a:off x="601532" y="239742"/>
            <a:ext cx="5153810" cy="1049235"/>
          </a:xfrm>
        </p:spPr>
        <p:txBody>
          <a:bodyPr>
            <a:normAutofit fontScale="90000"/>
          </a:bodyPr>
          <a:lstStyle/>
          <a:p>
            <a:r>
              <a:rPr lang="en-US" sz="6000" dirty="0">
                <a:latin typeface="Algerian" panose="04020705040A02060702" pitchFamily="82" charset="0"/>
              </a:rPr>
              <a:t>INTRODUCTION</a:t>
            </a:r>
            <a:endParaRPr lang="en-IN" dirty="0">
              <a:latin typeface="Algerian" panose="04020705040A02060702" pitchFamily="82" charset="0"/>
            </a:endParaRPr>
          </a:p>
        </p:txBody>
      </p:sp>
      <p:sp>
        <p:nvSpPr>
          <p:cNvPr id="3" name="TextBox 2">
            <a:extLst>
              <a:ext uri="{FF2B5EF4-FFF2-40B4-BE49-F238E27FC236}">
                <a16:creationId xmlns:a16="http://schemas.microsoft.com/office/drawing/2014/main" id="{1B4C7B26-5993-8526-D84D-300560095CFC}"/>
              </a:ext>
            </a:extLst>
          </p:cNvPr>
          <p:cNvSpPr txBox="1"/>
          <p:nvPr/>
        </p:nvSpPr>
        <p:spPr>
          <a:xfrm flipH="1">
            <a:off x="601531" y="1775012"/>
            <a:ext cx="7547386"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t>Hospital Management System is a project which aims in developing a computerized system to maintain all the information of hospital entities.</a:t>
            </a:r>
          </a:p>
          <a:p>
            <a:pPr marL="285750" indent="-285750">
              <a:buFont typeface="Arial" panose="020B0604020202020204" pitchFamily="34" charset="0"/>
              <a:buChar char="•"/>
            </a:pPr>
            <a:r>
              <a:rPr lang="en-US" sz="2400" dirty="0"/>
              <a:t>It has a facility of admin login through which the admin can monitor the whole system .</a:t>
            </a:r>
          </a:p>
          <a:p>
            <a:pPr marL="285750" indent="-285750">
              <a:buFont typeface="Arial" panose="020B0604020202020204" pitchFamily="34" charset="0"/>
              <a:buChar char="•"/>
            </a:pPr>
            <a:r>
              <a:rPr lang="en-US" sz="2400" dirty="0"/>
              <a:t>Patient modules are find doctors and applied for appointment, view appointment and view prescription.</a:t>
            </a:r>
            <a:endParaRPr lang="en-IN" sz="2400" dirty="0"/>
          </a:p>
          <a:p>
            <a:pPr marL="285750" indent="-285750">
              <a:buFont typeface="Arial" panose="020B0604020202020204" pitchFamily="34" charset="0"/>
              <a:buChar char="•"/>
            </a:pPr>
            <a:r>
              <a:rPr lang="en-IN" sz="2400" dirty="0"/>
              <a:t>Doctor modules are </a:t>
            </a:r>
            <a:r>
              <a:rPr lang="en-US" sz="2400" dirty="0"/>
              <a:t> view our appointments, write</a:t>
            </a:r>
            <a:r>
              <a:rPr lang="en-IN" sz="2400" dirty="0"/>
              <a:t> prescriptions, and view patient details.</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3176435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258F-AF0C-CD0F-C528-7F4F2EA6AF64}"/>
              </a:ext>
            </a:extLst>
          </p:cNvPr>
          <p:cNvSpPr>
            <a:spLocks noGrp="1"/>
          </p:cNvSpPr>
          <p:nvPr>
            <p:ph type="title"/>
          </p:nvPr>
        </p:nvSpPr>
        <p:spPr>
          <a:xfrm>
            <a:off x="959223" y="197224"/>
            <a:ext cx="4383741" cy="1271049"/>
          </a:xfrm>
        </p:spPr>
        <p:txBody>
          <a:bodyPr/>
          <a:lstStyle/>
          <a:p>
            <a:r>
              <a:rPr lang="en-US" sz="5400" dirty="0">
                <a:latin typeface="Algerian" panose="04020705040A02060702" pitchFamily="82" charset="0"/>
              </a:rPr>
              <a:t>OBJECTIVE</a:t>
            </a:r>
            <a:endParaRPr lang="en-IN" dirty="0">
              <a:latin typeface="Algerian" panose="04020705040A02060702" pitchFamily="82" charset="0"/>
            </a:endParaRPr>
          </a:p>
        </p:txBody>
      </p:sp>
      <p:sp>
        <p:nvSpPr>
          <p:cNvPr id="5" name="TextBox 4">
            <a:extLst>
              <a:ext uri="{FF2B5EF4-FFF2-40B4-BE49-F238E27FC236}">
                <a16:creationId xmlns:a16="http://schemas.microsoft.com/office/drawing/2014/main" id="{0FFC7C22-12B5-9D73-49AC-077A1D7B0A21}"/>
              </a:ext>
            </a:extLst>
          </p:cNvPr>
          <p:cNvSpPr txBox="1"/>
          <p:nvPr/>
        </p:nvSpPr>
        <p:spPr>
          <a:xfrm>
            <a:off x="842681" y="1783976"/>
            <a:ext cx="9179859"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main objective of this project is to manage the records of patients, doctors and appointments.</a:t>
            </a:r>
          </a:p>
          <a:p>
            <a:pPr marL="285750" indent="-285750">
              <a:buFont typeface="Arial" panose="020B0604020202020204" pitchFamily="34" charset="0"/>
              <a:buChar char="•"/>
            </a:pPr>
            <a:r>
              <a:rPr lang="en-US" sz="2400" dirty="0"/>
              <a:t>Reduce the paper work and provide the 24*7 accessible website with user- friendly GUI  (Graphical User Interface) to manage the records.</a:t>
            </a:r>
          </a:p>
          <a:p>
            <a:pPr marL="285750" indent="-285750">
              <a:buFont typeface="Arial" panose="020B0604020202020204" pitchFamily="34" charset="0"/>
              <a:buChar char="•"/>
            </a:pPr>
            <a:r>
              <a:rPr lang="en-US" sz="2400" dirty="0"/>
              <a:t>Our objective is by using this website patient can search and view doctors profiles and also apply for appointment.</a:t>
            </a:r>
          </a:p>
          <a:p>
            <a:pPr marL="285750" indent="-285750">
              <a:buFont typeface="Arial" panose="020B0604020202020204" pitchFamily="34" charset="0"/>
              <a:buChar char="•"/>
            </a:pPr>
            <a:r>
              <a:rPr lang="en-US" sz="2400" dirty="0"/>
              <a:t>This website project is also become useful for doctors for viewing patient’s details and write prescriptions to patients</a:t>
            </a:r>
            <a:r>
              <a:rPr lang="en-US" dirty="0"/>
              <a:t>.</a:t>
            </a:r>
            <a:endParaRPr lang="en-IN" dirty="0"/>
          </a:p>
        </p:txBody>
      </p:sp>
    </p:spTree>
    <p:extLst>
      <p:ext uri="{BB962C8B-B14F-4D97-AF65-F5344CB8AC3E}">
        <p14:creationId xmlns:p14="http://schemas.microsoft.com/office/powerpoint/2010/main" val="1126139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A7286-E539-3AF4-7CE8-245EBF94F450}"/>
              </a:ext>
            </a:extLst>
          </p:cNvPr>
          <p:cNvSpPr>
            <a:spLocks noGrp="1"/>
          </p:cNvSpPr>
          <p:nvPr>
            <p:ph type="title"/>
          </p:nvPr>
        </p:nvSpPr>
        <p:spPr>
          <a:xfrm>
            <a:off x="1174377" y="304800"/>
            <a:ext cx="7001436" cy="1154507"/>
          </a:xfrm>
        </p:spPr>
        <p:txBody>
          <a:bodyPr>
            <a:normAutofit/>
          </a:bodyPr>
          <a:lstStyle/>
          <a:p>
            <a:r>
              <a:rPr lang="en-US" sz="5400" dirty="0">
                <a:latin typeface="Algerian" panose="04020705040A02060702" pitchFamily="82" charset="0"/>
              </a:rPr>
              <a:t>NEED OF THE SYSTEM</a:t>
            </a:r>
            <a:endParaRPr lang="en-IN" sz="5400" dirty="0">
              <a:latin typeface="Algerian" panose="04020705040A02060702" pitchFamily="82" charset="0"/>
            </a:endParaRPr>
          </a:p>
        </p:txBody>
      </p:sp>
      <p:sp>
        <p:nvSpPr>
          <p:cNvPr id="4" name="TextBox 3">
            <a:extLst>
              <a:ext uri="{FF2B5EF4-FFF2-40B4-BE49-F238E27FC236}">
                <a16:creationId xmlns:a16="http://schemas.microsoft.com/office/drawing/2014/main" id="{6B0C8DBC-0979-89C9-0207-45960FA348FD}"/>
              </a:ext>
            </a:extLst>
          </p:cNvPr>
          <p:cNvSpPr txBox="1"/>
          <p:nvPr/>
        </p:nvSpPr>
        <p:spPr>
          <a:xfrm>
            <a:off x="1093694" y="1766047"/>
            <a:ext cx="9108141"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There is always a need of a system that will perform online searching of doctors and apply for appointment.</a:t>
            </a:r>
          </a:p>
          <a:p>
            <a:pPr marL="285750" indent="-285750">
              <a:buFont typeface="Arial" panose="020B0604020202020204" pitchFamily="34" charset="0"/>
              <a:buChar char="•"/>
            </a:pPr>
            <a:r>
              <a:rPr lang="en-US" sz="2800" dirty="0"/>
              <a:t>This system will reduce the manual operation required to maintain all the records and also</a:t>
            </a:r>
            <a:r>
              <a:rPr lang="en-IN" sz="2800" dirty="0"/>
              <a:t> generates the various reports for </a:t>
            </a:r>
            <a:r>
              <a:rPr lang="en-US" sz="2800" dirty="0"/>
              <a:t>analysis</a:t>
            </a:r>
            <a:r>
              <a:rPr lang="en-US" dirty="0"/>
              <a:t>.</a:t>
            </a:r>
          </a:p>
        </p:txBody>
      </p:sp>
    </p:spTree>
    <p:extLst>
      <p:ext uri="{BB962C8B-B14F-4D97-AF65-F5344CB8AC3E}">
        <p14:creationId xmlns:p14="http://schemas.microsoft.com/office/powerpoint/2010/main" val="2095871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AF069-61BA-AB0D-69B5-827886BEE2AB}"/>
              </a:ext>
            </a:extLst>
          </p:cNvPr>
          <p:cNvSpPr>
            <a:spLocks noGrp="1"/>
          </p:cNvSpPr>
          <p:nvPr>
            <p:ph type="title"/>
          </p:nvPr>
        </p:nvSpPr>
        <p:spPr>
          <a:xfrm>
            <a:off x="1036319" y="71718"/>
            <a:ext cx="3221916" cy="1299882"/>
          </a:xfrm>
        </p:spPr>
        <p:txBody>
          <a:bodyPr>
            <a:normAutofit/>
          </a:bodyPr>
          <a:lstStyle/>
          <a:p>
            <a:r>
              <a:rPr lang="en-US" sz="5400" dirty="0">
                <a:latin typeface="Algerian" panose="04020705040A02060702" pitchFamily="82" charset="0"/>
              </a:rPr>
              <a:t>purpose</a:t>
            </a:r>
            <a:endParaRPr lang="en-IN" sz="5400" dirty="0">
              <a:latin typeface="Algerian" panose="04020705040A02060702" pitchFamily="82" charset="0"/>
            </a:endParaRPr>
          </a:p>
        </p:txBody>
      </p:sp>
      <p:sp>
        <p:nvSpPr>
          <p:cNvPr id="3" name="TextBox 2">
            <a:extLst>
              <a:ext uri="{FF2B5EF4-FFF2-40B4-BE49-F238E27FC236}">
                <a16:creationId xmlns:a16="http://schemas.microsoft.com/office/drawing/2014/main" id="{A66C98EF-EF5E-AC7E-6BDE-853F09269DB8}"/>
              </a:ext>
            </a:extLst>
          </p:cNvPr>
          <p:cNvSpPr txBox="1"/>
          <p:nvPr/>
        </p:nvSpPr>
        <p:spPr>
          <a:xfrm flipH="1">
            <a:off x="1036319" y="1544664"/>
            <a:ext cx="10411607"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manage the hospital administrative work. It helps to patients to find doctors detailed and take appointment online from anywhere.</a:t>
            </a:r>
          </a:p>
          <a:p>
            <a:pPr marL="285750" indent="-285750">
              <a:buFont typeface="Arial" panose="020B0604020202020204" pitchFamily="34" charset="0"/>
              <a:buChar char="•"/>
            </a:pPr>
            <a:r>
              <a:rPr lang="en-US" sz="2400" dirty="0"/>
              <a:t>This project also helps doctors work such as keep information of patient and appointment bookings and helps in giving prescriptions to patients.</a:t>
            </a:r>
            <a:endParaRPr lang="en-IN" sz="2400" dirty="0"/>
          </a:p>
        </p:txBody>
      </p:sp>
      <p:sp>
        <p:nvSpPr>
          <p:cNvPr id="5" name="TextBox 4">
            <a:extLst>
              <a:ext uri="{FF2B5EF4-FFF2-40B4-BE49-F238E27FC236}">
                <a16:creationId xmlns:a16="http://schemas.microsoft.com/office/drawing/2014/main" id="{41BAA284-8ED0-BBCE-1118-605DEDD19027}"/>
              </a:ext>
            </a:extLst>
          </p:cNvPr>
          <p:cNvSpPr txBox="1"/>
          <p:nvPr/>
        </p:nvSpPr>
        <p:spPr>
          <a:xfrm rot="8703622">
            <a:off x="1503829" y="280609"/>
            <a:ext cx="6815417" cy="369332"/>
          </a:xfrm>
          <a:prstGeom prst="rect">
            <a:avLst/>
          </a:prstGeom>
          <a:noFill/>
        </p:spPr>
        <p:txBody>
          <a:bodyPr wrap="square">
            <a:spAutoFit/>
          </a:bodyPr>
          <a:lstStyle/>
          <a:p>
            <a:r>
              <a:rPr lang="en-US" sz="1800" dirty="0" err="1">
                <a:latin typeface="Algerian" panose="04020705040A02060702" pitchFamily="82" charset="0"/>
              </a:rPr>
              <a:t>purpose</a:t>
            </a:r>
            <a:r>
              <a:rPr lang="en-US" dirty="0" err="1"/>
              <a:t>To</a:t>
            </a:r>
            <a:endParaRPr lang="en-IN" dirty="0"/>
          </a:p>
        </p:txBody>
      </p:sp>
    </p:spTree>
    <p:extLst>
      <p:ext uri="{BB962C8B-B14F-4D97-AF65-F5344CB8AC3E}">
        <p14:creationId xmlns:p14="http://schemas.microsoft.com/office/powerpoint/2010/main" val="2217787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A5E7-086B-B379-1380-6DB1EF51A253}"/>
              </a:ext>
            </a:extLst>
          </p:cNvPr>
          <p:cNvSpPr>
            <a:spLocks noGrp="1"/>
          </p:cNvSpPr>
          <p:nvPr>
            <p:ph type="title"/>
          </p:nvPr>
        </p:nvSpPr>
        <p:spPr>
          <a:xfrm>
            <a:off x="860612" y="80683"/>
            <a:ext cx="5880846" cy="1290918"/>
          </a:xfrm>
        </p:spPr>
        <p:txBody>
          <a:bodyPr>
            <a:normAutofit/>
          </a:bodyPr>
          <a:lstStyle/>
          <a:p>
            <a:r>
              <a:rPr lang="en-US" sz="5400" dirty="0">
                <a:latin typeface="Algerian" panose="04020705040A02060702" pitchFamily="82" charset="0"/>
              </a:rPr>
              <a:t>Project scope</a:t>
            </a:r>
            <a:endParaRPr lang="en-IN" sz="5400" dirty="0">
              <a:latin typeface="Algerian" panose="04020705040A02060702" pitchFamily="82" charset="0"/>
            </a:endParaRPr>
          </a:p>
        </p:txBody>
      </p:sp>
      <p:sp>
        <p:nvSpPr>
          <p:cNvPr id="3" name="TextBox 2">
            <a:extLst>
              <a:ext uri="{FF2B5EF4-FFF2-40B4-BE49-F238E27FC236}">
                <a16:creationId xmlns:a16="http://schemas.microsoft.com/office/drawing/2014/main" id="{8CB93822-FFDE-A90E-42FE-1D03348FFBA0}"/>
              </a:ext>
            </a:extLst>
          </p:cNvPr>
          <p:cNvSpPr txBox="1"/>
          <p:nvPr/>
        </p:nvSpPr>
        <p:spPr>
          <a:xfrm>
            <a:off x="708211" y="1371600"/>
            <a:ext cx="10963835"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project has a wide scope, as it is not intended to a particular organization .this project is going to develop generic software, which can be applied by any businesses organization. More over it provides facility to its users. Also the  software is going to provide a huge amount of summary data</a:t>
            </a:r>
            <a:endParaRPr lang="en-IN" sz="2400" dirty="0"/>
          </a:p>
        </p:txBody>
      </p:sp>
    </p:spTree>
    <p:extLst>
      <p:ext uri="{BB962C8B-B14F-4D97-AF65-F5344CB8AC3E}">
        <p14:creationId xmlns:p14="http://schemas.microsoft.com/office/powerpoint/2010/main" val="263053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454F1-778A-4783-3F16-F5FBF336E7E0}"/>
              </a:ext>
            </a:extLst>
          </p:cNvPr>
          <p:cNvSpPr>
            <a:spLocks noGrp="1"/>
          </p:cNvSpPr>
          <p:nvPr>
            <p:ph type="title"/>
          </p:nvPr>
        </p:nvSpPr>
        <p:spPr>
          <a:xfrm>
            <a:off x="197224" y="224118"/>
            <a:ext cx="6436658" cy="914400"/>
          </a:xfrm>
        </p:spPr>
        <p:txBody>
          <a:bodyPr>
            <a:noAutofit/>
          </a:bodyPr>
          <a:lstStyle/>
          <a:p>
            <a:r>
              <a:rPr lang="en-US" sz="5400" dirty="0">
                <a:latin typeface="Algerian" panose="04020705040A02060702" pitchFamily="82" charset="0"/>
              </a:rPr>
              <a:t>SOFTWARE USED</a:t>
            </a:r>
            <a:endParaRPr lang="en-IN" sz="5400" dirty="0">
              <a:latin typeface="Algerian" panose="04020705040A02060702" pitchFamily="82" charset="0"/>
            </a:endParaRPr>
          </a:p>
        </p:txBody>
      </p:sp>
      <p:sp>
        <p:nvSpPr>
          <p:cNvPr id="3" name="Oval 2">
            <a:extLst>
              <a:ext uri="{FF2B5EF4-FFF2-40B4-BE49-F238E27FC236}">
                <a16:creationId xmlns:a16="http://schemas.microsoft.com/office/drawing/2014/main" id="{3D5C8B78-E2D0-5E54-6A08-978BA08F9B2C}"/>
              </a:ext>
            </a:extLst>
          </p:cNvPr>
          <p:cNvSpPr/>
          <p:nvPr/>
        </p:nvSpPr>
        <p:spPr>
          <a:xfrm>
            <a:off x="1201271" y="2187388"/>
            <a:ext cx="3729317" cy="32093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sz="1400" dirty="0">
                <a:latin typeface="Cooper Black" panose="0208090404030B020404" pitchFamily="18" charset="0"/>
              </a:rPr>
              <a:t>NOTEPAD</a:t>
            </a:r>
            <a:r>
              <a:rPr lang="en-US" sz="1400" dirty="0"/>
              <a:t>++OR ANY OTHER TEXT </a:t>
            </a:r>
            <a:r>
              <a:rPr lang="en-US" sz="2000" dirty="0"/>
              <a:t>EDITOR</a:t>
            </a:r>
            <a:endParaRPr lang="en-IN" sz="1400" dirty="0"/>
          </a:p>
        </p:txBody>
      </p:sp>
      <p:sp>
        <p:nvSpPr>
          <p:cNvPr id="4" name="Oval 3">
            <a:extLst>
              <a:ext uri="{FF2B5EF4-FFF2-40B4-BE49-F238E27FC236}">
                <a16:creationId xmlns:a16="http://schemas.microsoft.com/office/drawing/2014/main" id="{3A1FA7E5-E907-5507-E809-44567C34251A}"/>
              </a:ext>
            </a:extLst>
          </p:cNvPr>
          <p:cNvSpPr/>
          <p:nvPr/>
        </p:nvSpPr>
        <p:spPr>
          <a:xfrm>
            <a:off x="6096001" y="2187388"/>
            <a:ext cx="4061010" cy="32093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CHROME OR ANY OTHER BROWSER</a:t>
            </a:r>
            <a:endParaRPr lang="en-IN" dirty="0"/>
          </a:p>
        </p:txBody>
      </p:sp>
    </p:spTree>
    <p:extLst>
      <p:ext uri="{BB962C8B-B14F-4D97-AF65-F5344CB8AC3E}">
        <p14:creationId xmlns:p14="http://schemas.microsoft.com/office/powerpoint/2010/main" val="2718323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5E84F-EA8E-1A4F-4D71-25D3DA6028F6}"/>
              </a:ext>
            </a:extLst>
          </p:cNvPr>
          <p:cNvSpPr>
            <a:spLocks noGrp="1"/>
          </p:cNvSpPr>
          <p:nvPr>
            <p:ph type="title"/>
          </p:nvPr>
        </p:nvSpPr>
        <p:spPr>
          <a:xfrm>
            <a:off x="111759" y="87312"/>
            <a:ext cx="10414001" cy="1111568"/>
          </a:xfrm>
        </p:spPr>
        <p:txBody>
          <a:bodyPr/>
          <a:lstStyle/>
          <a:p>
            <a:r>
              <a:rPr lang="en-US" sz="4800" dirty="0">
                <a:latin typeface="Cooper Black" panose="0208090404030B020404" pitchFamily="18" charset="0"/>
              </a:rPr>
              <a:t>VIEW MY PRESCRIPTION PAGE</a:t>
            </a:r>
            <a:endParaRPr lang="en-IN" sz="4800" dirty="0">
              <a:latin typeface="Cooper Black" panose="0208090404030B020404" pitchFamily="18" charset="0"/>
            </a:endParaRPr>
          </a:p>
        </p:txBody>
      </p:sp>
      <p:pic>
        <p:nvPicPr>
          <p:cNvPr id="6" name="Picture 5">
            <a:extLst>
              <a:ext uri="{FF2B5EF4-FFF2-40B4-BE49-F238E27FC236}">
                <a16:creationId xmlns:a16="http://schemas.microsoft.com/office/drawing/2014/main" id="{48CB6142-B6EF-6894-997E-82C20326CA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480" y="1371600"/>
            <a:ext cx="9859721" cy="5399088"/>
          </a:xfrm>
          <a:prstGeom prst="rect">
            <a:avLst/>
          </a:prstGeom>
        </p:spPr>
      </p:pic>
    </p:spTree>
    <p:extLst>
      <p:ext uri="{BB962C8B-B14F-4D97-AF65-F5344CB8AC3E}">
        <p14:creationId xmlns:p14="http://schemas.microsoft.com/office/powerpoint/2010/main" val="513134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961B6-F811-8EE8-4A41-8C17DC3A4053}"/>
              </a:ext>
            </a:extLst>
          </p:cNvPr>
          <p:cNvSpPr>
            <a:spLocks noGrp="1"/>
          </p:cNvSpPr>
          <p:nvPr>
            <p:ph type="title"/>
          </p:nvPr>
        </p:nvSpPr>
        <p:spPr>
          <a:xfrm>
            <a:off x="1997391" y="2651760"/>
            <a:ext cx="9404723" cy="1477505"/>
          </a:xfrm>
        </p:spPr>
        <p:txBody>
          <a:bodyPr/>
          <a:lstStyle/>
          <a:p>
            <a:r>
              <a:rPr lang="en-US" sz="8000" dirty="0">
                <a:latin typeface="Cooper Black" panose="0208090404030B020404" pitchFamily="18" charset="0"/>
              </a:rPr>
              <a:t>THANKYOU</a:t>
            </a:r>
            <a:endParaRPr lang="en-IN" sz="8000" dirty="0">
              <a:latin typeface="Cooper Black" panose="0208090404030B020404" pitchFamily="18" charset="0"/>
            </a:endParaRPr>
          </a:p>
        </p:txBody>
      </p:sp>
    </p:spTree>
    <p:extLst>
      <p:ext uri="{BB962C8B-B14F-4D97-AF65-F5344CB8AC3E}">
        <p14:creationId xmlns:p14="http://schemas.microsoft.com/office/powerpoint/2010/main" val="31542615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120</TotalTime>
  <Words>343</Words>
  <Application>Microsoft Office PowerPoint</Application>
  <PresentationFormat>Widescreen</PresentationFormat>
  <Paragraphs>30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Ion</vt:lpstr>
      <vt:lpstr>PowerPoint Presentation</vt:lpstr>
      <vt:lpstr>SUBMITTED BY: PRINCE KUSHWAHA TEAM GROUP:</vt:lpstr>
      <vt:lpstr>INTRODUCTION</vt:lpstr>
      <vt:lpstr>OBJECTIVE</vt:lpstr>
      <vt:lpstr>NEED OF THE SYSTEM</vt:lpstr>
      <vt:lpstr>purpose</vt:lpstr>
      <vt:lpstr>Project scope</vt:lpstr>
      <vt:lpstr>SOFTWARE USED</vt:lpstr>
      <vt:lpstr>VIEW MY PRESCRIPTION PAGE</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prince kushwaha</dc:creator>
  <cp:lastModifiedBy>prince kushwaha</cp:lastModifiedBy>
  <cp:revision>3</cp:revision>
  <dcterms:created xsi:type="dcterms:W3CDTF">2023-10-10T14:01:47Z</dcterms:created>
  <dcterms:modified xsi:type="dcterms:W3CDTF">2023-11-27T07:10:36Z</dcterms:modified>
</cp:coreProperties>
</file>